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Balabeloo" panose="020B0604020202020204" charset="-78"/>
      <p:regular r:id="rId10"/>
    </p:embeddedFont>
    <p:embeddedFont>
      <p:font typeface="Jet" panose="020B0604020202020204" charset="-78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1" d="100"/>
          <a:sy n="71" d="100"/>
        </p:scale>
        <p:origin x="714" y="-2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A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793901" y="7885045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7315200" y="0"/>
                </a:moveTo>
                <a:lnTo>
                  <a:pt x="0" y="0"/>
                </a:lnTo>
                <a:lnTo>
                  <a:pt x="0" y="3274807"/>
                </a:lnTo>
                <a:lnTo>
                  <a:pt x="7315200" y="3274807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823566" y="7160107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0" y="0"/>
                </a:moveTo>
                <a:lnTo>
                  <a:pt x="6282138" y="0"/>
                </a:lnTo>
                <a:lnTo>
                  <a:pt x="62821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 flipV="1">
            <a:off x="-2112369" y="-1028700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62821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6282138" y="0"/>
                </a:lnTo>
                <a:lnTo>
                  <a:pt x="6282138" y="41148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2520266" y="-608703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0" y="3274806"/>
                </a:moveTo>
                <a:lnTo>
                  <a:pt x="7315200" y="3274806"/>
                </a:lnTo>
                <a:lnTo>
                  <a:pt x="7315200" y="0"/>
                </a:lnTo>
                <a:lnTo>
                  <a:pt x="0" y="0"/>
                </a:lnTo>
                <a:lnTo>
                  <a:pt x="0" y="327480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639314" y="-2353783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2565274" y="6600548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3497361">
            <a:off x="12366645" y="9293401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3497361">
            <a:off x="2254467" y="-2259419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418916" y="183358"/>
            <a:ext cx="1517898" cy="1906037"/>
          </a:xfrm>
          <a:custGeom>
            <a:avLst/>
            <a:gdLst/>
            <a:ahLst/>
            <a:cxnLst/>
            <a:rect l="l" t="t" r="r" b="b"/>
            <a:pathLst>
              <a:path w="1517898" h="1906037">
                <a:moveTo>
                  <a:pt x="0" y="0"/>
                </a:moveTo>
                <a:lnTo>
                  <a:pt x="1517899" y="0"/>
                </a:lnTo>
                <a:lnTo>
                  <a:pt x="1517899" y="1906037"/>
                </a:lnTo>
                <a:lnTo>
                  <a:pt x="0" y="190603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49325" y="8616443"/>
            <a:ext cx="2592823" cy="1202127"/>
          </a:xfrm>
          <a:custGeom>
            <a:avLst/>
            <a:gdLst/>
            <a:ahLst/>
            <a:cxnLst/>
            <a:rect l="l" t="t" r="r" b="b"/>
            <a:pathLst>
              <a:path w="2592823" h="1202127">
                <a:moveTo>
                  <a:pt x="0" y="0"/>
                </a:moveTo>
                <a:lnTo>
                  <a:pt x="2592824" y="0"/>
                </a:lnTo>
                <a:lnTo>
                  <a:pt x="2592824" y="1202127"/>
                </a:lnTo>
                <a:lnTo>
                  <a:pt x="0" y="120212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385318" y="3470001"/>
            <a:ext cx="9517365" cy="3953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621"/>
              </a:lnSpc>
            </a:pPr>
            <a:r>
              <a:rPr lang="en-US" sz="18745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BONN</a:t>
            </a:r>
          </a:p>
          <a:p>
            <a:pPr algn="ctr">
              <a:lnSpc>
                <a:spcPts val="14621"/>
              </a:lnSpc>
            </a:pPr>
            <a:r>
              <a:rPr lang="en-US" sz="18745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BOUF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806874" y="7003374"/>
            <a:ext cx="6674251" cy="1508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37"/>
              </a:lnSpc>
            </a:pPr>
            <a:r>
              <a:rPr lang="en-US" sz="37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Présenter par Marine Fraboulet, Eudocie de Khoverine, Tristan Bonnière</a:t>
            </a:r>
          </a:p>
        </p:txBody>
      </p:sp>
      <p:sp>
        <p:nvSpPr>
          <p:cNvPr id="14" name="Freeform 14"/>
          <p:cNvSpPr/>
          <p:nvPr/>
        </p:nvSpPr>
        <p:spPr>
          <a:xfrm>
            <a:off x="17570909" y="6146977"/>
            <a:ext cx="2534795" cy="2586526"/>
          </a:xfrm>
          <a:custGeom>
            <a:avLst/>
            <a:gdLst/>
            <a:ahLst/>
            <a:cxnLst/>
            <a:rect l="l" t="t" r="r" b="b"/>
            <a:pathLst>
              <a:path w="2534795" h="2586526">
                <a:moveTo>
                  <a:pt x="0" y="0"/>
                </a:moveTo>
                <a:lnTo>
                  <a:pt x="2534795" y="0"/>
                </a:lnTo>
                <a:lnTo>
                  <a:pt x="2534795" y="2586526"/>
                </a:lnTo>
                <a:lnTo>
                  <a:pt x="0" y="258652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5980614" y="8615741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8"/>
                </a:lnTo>
                <a:lnTo>
                  <a:pt x="0" y="240565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-573764" y="-608703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7"/>
                </a:lnTo>
                <a:lnTo>
                  <a:pt x="0" y="2405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A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793901" y="7885045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7315200" y="0"/>
                </a:moveTo>
                <a:lnTo>
                  <a:pt x="0" y="0"/>
                </a:lnTo>
                <a:lnTo>
                  <a:pt x="0" y="3274807"/>
                </a:lnTo>
                <a:lnTo>
                  <a:pt x="7315200" y="3274807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823566" y="7160107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0" y="0"/>
                </a:moveTo>
                <a:lnTo>
                  <a:pt x="6282138" y="0"/>
                </a:lnTo>
                <a:lnTo>
                  <a:pt x="62821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 flipV="1">
            <a:off x="-2112369" y="-1028700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62821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6282138" y="0"/>
                </a:lnTo>
                <a:lnTo>
                  <a:pt x="6282138" y="41148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2520266" y="-608703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0" y="3274806"/>
                </a:moveTo>
                <a:lnTo>
                  <a:pt x="7315200" y="3274806"/>
                </a:lnTo>
                <a:lnTo>
                  <a:pt x="7315200" y="0"/>
                </a:lnTo>
                <a:lnTo>
                  <a:pt x="0" y="0"/>
                </a:lnTo>
                <a:lnTo>
                  <a:pt x="0" y="327480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639314" y="-2353783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2565274" y="6600548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3497361">
            <a:off x="12366645" y="9293401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3497361">
            <a:off x="2254467" y="-2259419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418916" y="183358"/>
            <a:ext cx="1517898" cy="1906037"/>
          </a:xfrm>
          <a:custGeom>
            <a:avLst/>
            <a:gdLst/>
            <a:ahLst/>
            <a:cxnLst/>
            <a:rect l="l" t="t" r="r" b="b"/>
            <a:pathLst>
              <a:path w="1517898" h="1906037">
                <a:moveTo>
                  <a:pt x="0" y="0"/>
                </a:moveTo>
                <a:lnTo>
                  <a:pt x="1517899" y="0"/>
                </a:lnTo>
                <a:lnTo>
                  <a:pt x="1517899" y="1906037"/>
                </a:lnTo>
                <a:lnTo>
                  <a:pt x="0" y="190603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49325" y="8616443"/>
            <a:ext cx="2592823" cy="1202127"/>
          </a:xfrm>
          <a:custGeom>
            <a:avLst/>
            <a:gdLst/>
            <a:ahLst/>
            <a:cxnLst/>
            <a:rect l="l" t="t" r="r" b="b"/>
            <a:pathLst>
              <a:path w="2592823" h="1202127">
                <a:moveTo>
                  <a:pt x="0" y="0"/>
                </a:moveTo>
                <a:lnTo>
                  <a:pt x="2592824" y="0"/>
                </a:lnTo>
                <a:lnTo>
                  <a:pt x="2592824" y="1202127"/>
                </a:lnTo>
                <a:lnTo>
                  <a:pt x="0" y="120212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035421" y="3143294"/>
            <a:ext cx="10217158" cy="1274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89"/>
              </a:lnSpc>
            </a:pPr>
            <a:r>
              <a:rPr lang="en-US" sz="11397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INTRODUCTION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88289" y="4351293"/>
            <a:ext cx="15511422" cy="3783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Dans notre société connectée, il est devenu très simple de communiquer à distance, mais paradoxalement de plus en plus difficile de créer des liens réels. Beaucoup de personnes se retrouvent à manger seules, que ce soit par manque de temps, de contacts ou d’opportunités. Pour répondre à ce problème, notre projet de NSI propose une application qui met en relation des utilisateurs souhaitant partager un repas. L’objectif est simple : utiliser le numérique pour favoriser la convivialité, les échanges et les rencontres.</a:t>
            </a:r>
          </a:p>
        </p:txBody>
      </p:sp>
      <p:sp>
        <p:nvSpPr>
          <p:cNvPr id="14" name="Freeform 14"/>
          <p:cNvSpPr/>
          <p:nvPr/>
        </p:nvSpPr>
        <p:spPr>
          <a:xfrm>
            <a:off x="17570909" y="6146977"/>
            <a:ext cx="2534795" cy="2586526"/>
          </a:xfrm>
          <a:custGeom>
            <a:avLst/>
            <a:gdLst/>
            <a:ahLst/>
            <a:cxnLst/>
            <a:rect l="l" t="t" r="r" b="b"/>
            <a:pathLst>
              <a:path w="2534795" h="2586526">
                <a:moveTo>
                  <a:pt x="0" y="0"/>
                </a:moveTo>
                <a:lnTo>
                  <a:pt x="2534795" y="0"/>
                </a:lnTo>
                <a:lnTo>
                  <a:pt x="2534795" y="2586526"/>
                </a:lnTo>
                <a:lnTo>
                  <a:pt x="0" y="258652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5980614" y="8615741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8"/>
                </a:lnTo>
                <a:lnTo>
                  <a:pt x="0" y="240565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-573764" y="-608703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7"/>
                </a:lnTo>
                <a:lnTo>
                  <a:pt x="0" y="2405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A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793901" y="7885045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7315200" y="0"/>
                </a:moveTo>
                <a:lnTo>
                  <a:pt x="0" y="0"/>
                </a:lnTo>
                <a:lnTo>
                  <a:pt x="0" y="3274807"/>
                </a:lnTo>
                <a:lnTo>
                  <a:pt x="7315200" y="3274807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823566" y="7160107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0" y="0"/>
                </a:moveTo>
                <a:lnTo>
                  <a:pt x="6282138" y="0"/>
                </a:lnTo>
                <a:lnTo>
                  <a:pt x="62821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 flipV="1">
            <a:off x="-2112369" y="-1028700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62821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6282138" y="0"/>
                </a:lnTo>
                <a:lnTo>
                  <a:pt x="6282138" y="41148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2520266" y="-608703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0" y="3274806"/>
                </a:moveTo>
                <a:lnTo>
                  <a:pt x="7315200" y="3274806"/>
                </a:lnTo>
                <a:lnTo>
                  <a:pt x="7315200" y="0"/>
                </a:lnTo>
                <a:lnTo>
                  <a:pt x="0" y="0"/>
                </a:lnTo>
                <a:lnTo>
                  <a:pt x="0" y="327480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639314" y="-2353783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2565274" y="6600548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3497361">
            <a:off x="12366645" y="9293401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3497361">
            <a:off x="2254467" y="-2259419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418916" y="183358"/>
            <a:ext cx="1517898" cy="1906037"/>
          </a:xfrm>
          <a:custGeom>
            <a:avLst/>
            <a:gdLst/>
            <a:ahLst/>
            <a:cxnLst/>
            <a:rect l="l" t="t" r="r" b="b"/>
            <a:pathLst>
              <a:path w="1517898" h="1906037">
                <a:moveTo>
                  <a:pt x="0" y="0"/>
                </a:moveTo>
                <a:lnTo>
                  <a:pt x="1517899" y="0"/>
                </a:lnTo>
                <a:lnTo>
                  <a:pt x="1517899" y="1906037"/>
                </a:lnTo>
                <a:lnTo>
                  <a:pt x="0" y="190603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49325" y="8616443"/>
            <a:ext cx="2592823" cy="1202127"/>
          </a:xfrm>
          <a:custGeom>
            <a:avLst/>
            <a:gdLst/>
            <a:ahLst/>
            <a:cxnLst/>
            <a:rect l="l" t="t" r="r" b="b"/>
            <a:pathLst>
              <a:path w="2592823" h="1202127">
                <a:moveTo>
                  <a:pt x="0" y="0"/>
                </a:moveTo>
                <a:lnTo>
                  <a:pt x="2592824" y="0"/>
                </a:lnTo>
                <a:lnTo>
                  <a:pt x="2592824" y="1202127"/>
                </a:lnTo>
                <a:lnTo>
                  <a:pt x="0" y="120212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570909" y="6146977"/>
            <a:ext cx="2534795" cy="2586526"/>
          </a:xfrm>
          <a:custGeom>
            <a:avLst/>
            <a:gdLst/>
            <a:ahLst/>
            <a:cxnLst/>
            <a:rect l="l" t="t" r="r" b="b"/>
            <a:pathLst>
              <a:path w="2534795" h="2586526">
                <a:moveTo>
                  <a:pt x="0" y="0"/>
                </a:moveTo>
                <a:lnTo>
                  <a:pt x="2534795" y="0"/>
                </a:lnTo>
                <a:lnTo>
                  <a:pt x="2534795" y="2586526"/>
                </a:lnTo>
                <a:lnTo>
                  <a:pt x="0" y="258652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5980614" y="8615741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8"/>
                </a:lnTo>
                <a:lnTo>
                  <a:pt x="0" y="240565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573764" y="-608703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7"/>
                </a:lnTo>
                <a:lnTo>
                  <a:pt x="0" y="2405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4035421" y="1680658"/>
            <a:ext cx="10217158" cy="1274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89"/>
              </a:lnSpc>
            </a:pPr>
            <a:r>
              <a:rPr lang="en-US" sz="11397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STRUCTURE 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608457" y="2573894"/>
            <a:ext cx="10061714" cy="7516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static:</a:t>
            </a:r>
          </a:p>
          <a:p>
            <a:pPr algn="l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      css: regroupe les fichier de mise en forme des pages ainsi que de leur style graphique</a:t>
            </a:r>
          </a:p>
          <a:p>
            <a:pPr algn="l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      images: dossier qui regroupe les images utile a la dynamique du site</a:t>
            </a:r>
          </a:p>
          <a:p>
            <a:pPr algn="l">
              <a:lnSpc>
                <a:spcPts val="4262"/>
              </a:lnSpc>
            </a:pPr>
            <a:endParaRPr lang="en-US" sz="3437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  <a:p>
            <a:pPr algn="l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templates: dossier ou son entreposé et crée toute les pages du site web</a:t>
            </a:r>
          </a:p>
          <a:p>
            <a:pPr algn="l">
              <a:lnSpc>
                <a:spcPts val="4262"/>
              </a:lnSpc>
            </a:pPr>
            <a:endParaRPr lang="en-US" sz="3437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  <a:p>
            <a:pPr algn="l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routes.py: fichier principal permettant de lancer le serveur Flask et gérant les différentes routes de l’application.</a:t>
            </a:r>
          </a:p>
          <a:p>
            <a:pPr algn="l">
              <a:lnSpc>
                <a:spcPts val="4262"/>
              </a:lnSpc>
            </a:pPr>
            <a:endParaRPr lang="en-US" sz="3437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  <a:p>
            <a:pPr algn="l">
              <a:lnSpc>
                <a:spcPts val="4262"/>
              </a:lnSpc>
            </a:pPr>
            <a:endParaRPr lang="en-US" sz="3437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1764543" y="2261737"/>
            <a:ext cx="3631195" cy="5623309"/>
          </a:xfrm>
          <a:custGeom>
            <a:avLst/>
            <a:gdLst/>
            <a:ahLst/>
            <a:cxnLst/>
            <a:rect l="l" t="t" r="r" b="b"/>
            <a:pathLst>
              <a:path w="3631195" h="5623309">
                <a:moveTo>
                  <a:pt x="0" y="0"/>
                </a:moveTo>
                <a:lnTo>
                  <a:pt x="3631195" y="0"/>
                </a:lnTo>
                <a:lnTo>
                  <a:pt x="3631195" y="5623308"/>
                </a:lnTo>
                <a:lnTo>
                  <a:pt x="0" y="5623308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A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793901" y="7885045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7315200" y="0"/>
                </a:moveTo>
                <a:lnTo>
                  <a:pt x="0" y="0"/>
                </a:lnTo>
                <a:lnTo>
                  <a:pt x="0" y="3274807"/>
                </a:lnTo>
                <a:lnTo>
                  <a:pt x="7315200" y="3274807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823566" y="7160107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0" y="0"/>
                </a:moveTo>
                <a:lnTo>
                  <a:pt x="6282138" y="0"/>
                </a:lnTo>
                <a:lnTo>
                  <a:pt x="62821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 flipV="1">
            <a:off x="-2112369" y="-1028700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62821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6282138" y="0"/>
                </a:lnTo>
                <a:lnTo>
                  <a:pt x="6282138" y="41148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2520266" y="-608703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0" y="3274806"/>
                </a:moveTo>
                <a:lnTo>
                  <a:pt x="7315200" y="3274806"/>
                </a:lnTo>
                <a:lnTo>
                  <a:pt x="7315200" y="0"/>
                </a:lnTo>
                <a:lnTo>
                  <a:pt x="0" y="0"/>
                </a:lnTo>
                <a:lnTo>
                  <a:pt x="0" y="327480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639314" y="-2353783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2565274" y="6600548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3497361">
            <a:off x="12366645" y="9293401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3497361">
            <a:off x="2254467" y="-2259419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418916" y="183358"/>
            <a:ext cx="1517898" cy="1906037"/>
          </a:xfrm>
          <a:custGeom>
            <a:avLst/>
            <a:gdLst/>
            <a:ahLst/>
            <a:cxnLst/>
            <a:rect l="l" t="t" r="r" b="b"/>
            <a:pathLst>
              <a:path w="1517898" h="1906037">
                <a:moveTo>
                  <a:pt x="0" y="0"/>
                </a:moveTo>
                <a:lnTo>
                  <a:pt x="1517899" y="0"/>
                </a:lnTo>
                <a:lnTo>
                  <a:pt x="1517899" y="1906037"/>
                </a:lnTo>
                <a:lnTo>
                  <a:pt x="0" y="190603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49325" y="8616443"/>
            <a:ext cx="2592823" cy="1202127"/>
          </a:xfrm>
          <a:custGeom>
            <a:avLst/>
            <a:gdLst/>
            <a:ahLst/>
            <a:cxnLst/>
            <a:rect l="l" t="t" r="r" b="b"/>
            <a:pathLst>
              <a:path w="2592823" h="1202127">
                <a:moveTo>
                  <a:pt x="0" y="0"/>
                </a:moveTo>
                <a:lnTo>
                  <a:pt x="2592824" y="0"/>
                </a:lnTo>
                <a:lnTo>
                  <a:pt x="2592824" y="1202127"/>
                </a:lnTo>
                <a:lnTo>
                  <a:pt x="0" y="120212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035421" y="3076625"/>
            <a:ext cx="10217158" cy="1274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89"/>
              </a:lnSpc>
            </a:pPr>
            <a:r>
              <a:rPr lang="en-US" sz="11397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PROBLEMES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633379" y="4284624"/>
            <a:ext cx="10061714" cy="1649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On a eu des problèmes avec les différentes routes et partager les informations entre chaqu’une des pages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92907" y="4932922"/>
            <a:ext cx="712566" cy="638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2"/>
              </a:lnSpc>
            </a:pPr>
            <a:r>
              <a:rPr lang="en-US" sz="5643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1.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633379" y="6018162"/>
            <a:ext cx="10061714" cy="1654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62"/>
              </a:lnSpc>
            </a:pPr>
            <a:r>
              <a:rPr lang="en-US" sz="3437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Sur le stockage des données avec le </a:t>
            </a:r>
            <a:r>
              <a:rPr lang="en-US" sz="3437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fichier</a:t>
            </a:r>
            <a:r>
              <a:rPr lang="en-US" sz="3437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.</a:t>
            </a:r>
            <a:r>
              <a:rPr lang="en-US" sz="3437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db</a:t>
            </a:r>
            <a:r>
              <a:rPr lang="en-US" sz="3437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avec le </a:t>
            </a:r>
            <a:r>
              <a:rPr lang="en-US" sz="3437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quel</a:t>
            </a:r>
            <a:r>
              <a:rPr lang="en-US" sz="3437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il a </a:t>
            </a:r>
            <a:r>
              <a:rPr lang="en-US" sz="3437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été</a:t>
            </a:r>
            <a:r>
              <a:rPr lang="en-US" sz="3437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</a:t>
            </a:r>
            <a:r>
              <a:rPr lang="en-US" sz="3437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récupérer</a:t>
            </a:r>
            <a:r>
              <a:rPr lang="en-US" sz="3437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et </a:t>
            </a:r>
            <a:r>
              <a:rPr lang="en-US" sz="3437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insérer</a:t>
            </a:r>
            <a:r>
              <a:rPr lang="en-US" sz="3437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des </a:t>
            </a:r>
            <a:r>
              <a:rPr lang="en-US" sz="3437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donnés</a:t>
            </a:r>
            <a:r>
              <a:rPr lang="en-US" sz="3437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92907" y="6666461"/>
            <a:ext cx="712566" cy="638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2"/>
              </a:lnSpc>
            </a:pPr>
            <a:r>
              <a:rPr lang="en-US" sz="5643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2.</a:t>
            </a:r>
          </a:p>
        </p:txBody>
      </p:sp>
      <p:sp>
        <p:nvSpPr>
          <p:cNvPr id="17" name="Freeform 17"/>
          <p:cNvSpPr/>
          <p:nvPr/>
        </p:nvSpPr>
        <p:spPr>
          <a:xfrm>
            <a:off x="17570909" y="6146977"/>
            <a:ext cx="2534795" cy="2586526"/>
          </a:xfrm>
          <a:custGeom>
            <a:avLst/>
            <a:gdLst/>
            <a:ahLst/>
            <a:cxnLst/>
            <a:rect l="l" t="t" r="r" b="b"/>
            <a:pathLst>
              <a:path w="2534795" h="2586526">
                <a:moveTo>
                  <a:pt x="0" y="0"/>
                </a:moveTo>
                <a:lnTo>
                  <a:pt x="2534795" y="0"/>
                </a:lnTo>
                <a:lnTo>
                  <a:pt x="2534795" y="2586526"/>
                </a:lnTo>
                <a:lnTo>
                  <a:pt x="0" y="258652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5980614" y="8615741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8"/>
                </a:lnTo>
                <a:lnTo>
                  <a:pt x="0" y="240565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-573764" y="-608703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7"/>
                </a:lnTo>
                <a:lnTo>
                  <a:pt x="0" y="2405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8A77D0E6-CEF9-41C2-406E-9DCAFB845689}"/>
              </a:ext>
            </a:extLst>
          </p:cNvPr>
          <p:cNvSpPr txBox="1"/>
          <p:nvPr/>
        </p:nvSpPr>
        <p:spPr>
          <a:xfrm>
            <a:off x="3592907" y="7931461"/>
            <a:ext cx="712566" cy="640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2"/>
              </a:lnSpc>
            </a:pPr>
            <a:r>
              <a:rPr lang="en-US" sz="5643" dirty="0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3.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3BA6AEF3-B311-11BB-AAF1-C8428DD865E5}"/>
              </a:ext>
            </a:extLst>
          </p:cNvPr>
          <p:cNvSpPr txBox="1"/>
          <p:nvPr/>
        </p:nvSpPr>
        <p:spPr>
          <a:xfrm>
            <a:off x="4633379" y="7847472"/>
            <a:ext cx="10061714" cy="1095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62"/>
              </a:lnSpc>
            </a:pPr>
            <a:r>
              <a:rPr lang="en-US" sz="3437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Fermeture de session </a:t>
            </a:r>
            <a:r>
              <a:rPr lang="en-US" sz="3437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lors</a:t>
            </a:r>
            <a:r>
              <a:rPr lang="en-US" sz="3437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de la </a:t>
            </a:r>
            <a:r>
              <a:rPr lang="en-US" sz="3437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déconnexion</a:t>
            </a:r>
            <a:r>
              <a:rPr lang="en-US" sz="3437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de </a:t>
            </a:r>
            <a:r>
              <a:rPr lang="en-US" sz="3437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l’utilisateur</a:t>
            </a:r>
            <a:endParaRPr lang="en-US" sz="3437" dirty="0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A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793901" y="7885045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7315200" y="0"/>
                </a:moveTo>
                <a:lnTo>
                  <a:pt x="0" y="0"/>
                </a:lnTo>
                <a:lnTo>
                  <a:pt x="0" y="3274807"/>
                </a:lnTo>
                <a:lnTo>
                  <a:pt x="7315200" y="3274807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823566" y="7160107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0" y="0"/>
                </a:moveTo>
                <a:lnTo>
                  <a:pt x="6282138" y="0"/>
                </a:lnTo>
                <a:lnTo>
                  <a:pt x="62821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 flipV="1">
            <a:off x="-2112369" y="-1028700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62821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6282138" y="0"/>
                </a:lnTo>
                <a:lnTo>
                  <a:pt x="6282138" y="41148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2520266" y="-608703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0" y="3274806"/>
                </a:moveTo>
                <a:lnTo>
                  <a:pt x="7315200" y="3274806"/>
                </a:lnTo>
                <a:lnTo>
                  <a:pt x="7315200" y="0"/>
                </a:lnTo>
                <a:lnTo>
                  <a:pt x="0" y="0"/>
                </a:lnTo>
                <a:lnTo>
                  <a:pt x="0" y="327480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639314" y="-2353783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2565274" y="6600548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3497361">
            <a:off x="12366645" y="9293401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3497361">
            <a:off x="2254467" y="-2259419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418916" y="183358"/>
            <a:ext cx="1517898" cy="1906037"/>
          </a:xfrm>
          <a:custGeom>
            <a:avLst/>
            <a:gdLst/>
            <a:ahLst/>
            <a:cxnLst/>
            <a:rect l="l" t="t" r="r" b="b"/>
            <a:pathLst>
              <a:path w="1517898" h="1906037">
                <a:moveTo>
                  <a:pt x="0" y="0"/>
                </a:moveTo>
                <a:lnTo>
                  <a:pt x="1517899" y="0"/>
                </a:lnTo>
                <a:lnTo>
                  <a:pt x="1517899" y="1906037"/>
                </a:lnTo>
                <a:lnTo>
                  <a:pt x="0" y="190603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49325" y="8616443"/>
            <a:ext cx="2592823" cy="1202127"/>
          </a:xfrm>
          <a:custGeom>
            <a:avLst/>
            <a:gdLst/>
            <a:ahLst/>
            <a:cxnLst/>
            <a:rect l="l" t="t" r="r" b="b"/>
            <a:pathLst>
              <a:path w="2592823" h="1202127">
                <a:moveTo>
                  <a:pt x="0" y="0"/>
                </a:moveTo>
                <a:lnTo>
                  <a:pt x="2592824" y="0"/>
                </a:lnTo>
                <a:lnTo>
                  <a:pt x="2592824" y="1202127"/>
                </a:lnTo>
                <a:lnTo>
                  <a:pt x="0" y="120212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035421" y="3076625"/>
            <a:ext cx="10217158" cy="1274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89"/>
              </a:lnSpc>
            </a:pPr>
            <a:r>
              <a:rPr lang="en-US" sz="11397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IMPORT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633379" y="4757261"/>
            <a:ext cx="10184516" cy="582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Flask: Outil qui permet de crée des applications web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92907" y="4932922"/>
            <a:ext cx="712566" cy="638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2"/>
              </a:lnSpc>
            </a:pPr>
            <a:r>
              <a:rPr lang="en-US" sz="5643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1.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633379" y="6018162"/>
            <a:ext cx="10061714" cy="1649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SQLite3: Une base de données légère et embarquée, stockée dans un simple fichier et utilisable sans serveur.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92907" y="6666461"/>
            <a:ext cx="712566" cy="638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2"/>
              </a:lnSpc>
            </a:pPr>
            <a:r>
              <a:rPr lang="en-US" sz="5643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2.</a:t>
            </a:r>
          </a:p>
        </p:txBody>
      </p:sp>
      <p:sp>
        <p:nvSpPr>
          <p:cNvPr id="17" name="Freeform 17"/>
          <p:cNvSpPr/>
          <p:nvPr/>
        </p:nvSpPr>
        <p:spPr>
          <a:xfrm>
            <a:off x="17570909" y="6146977"/>
            <a:ext cx="2534795" cy="2586526"/>
          </a:xfrm>
          <a:custGeom>
            <a:avLst/>
            <a:gdLst/>
            <a:ahLst/>
            <a:cxnLst/>
            <a:rect l="l" t="t" r="r" b="b"/>
            <a:pathLst>
              <a:path w="2534795" h="2586526">
                <a:moveTo>
                  <a:pt x="0" y="0"/>
                </a:moveTo>
                <a:lnTo>
                  <a:pt x="2534795" y="0"/>
                </a:lnTo>
                <a:lnTo>
                  <a:pt x="2534795" y="2586526"/>
                </a:lnTo>
                <a:lnTo>
                  <a:pt x="0" y="258652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5980614" y="8615741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8"/>
                </a:lnTo>
                <a:lnTo>
                  <a:pt x="0" y="240565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-573764" y="-608703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7"/>
                </a:lnTo>
                <a:lnTo>
                  <a:pt x="0" y="2405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A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793901" y="7885045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7315200" y="0"/>
                </a:moveTo>
                <a:lnTo>
                  <a:pt x="0" y="0"/>
                </a:lnTo>
                <a:lnTo>
                  <a:pt x="0" y="3274807"/>
                </a:lnTo>
                <a:lnTo>
                  <a:pt x="7315200" y="3274807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823566" y="7160107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0" y="0"/>
                </a:moveTo>
                <a:lnTo>
                  <a:pt x="6282138" y="0"/>
                </a:lnTo>
                <a:lnTo>
                  <a:pt x="62821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 flipV="1">
            <a:off x="-2112369" y="-1028700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62821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6282138" y="0"/>
                </a:lnTo>
                <a:lnTo>
                  <a:pt x="6282138" y="41148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2520266" y="-608703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0" y="3274806"/>
                </a:moveTo>
                <a:lnTo>
                  <a:pt x="7315200" y="3274806"/>
                </a:lnTo>
                <a:lnTo>
                  <a:pt x="7315200" y="0"/>
                </a:lnTo>
                <a:lnTo>
                  <a:pt x="0" y="0"/>
                </a:lnTo>
                <a:lnTo>
                  <a:pt x="0" y="327480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639314" y="-2353783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2565274" y="6600548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3497361">
            <a:off x="12366645" y="9293401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3497361">
            <a:off x="2254467" y="-2259419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418916" y="183358"/>
            <a:ext cx="1517898" cy="1906037"/>
          </a:xfrm>
          <a:custGeom>
            <a:avLst/>
            <a:gdLst/>
            <a:ahLst/>
            <a:cxnLst/>
            <a:rect l="l" t="t" r="r" b="b"/>
            <a:pathLst>
              <a:path w="1517898" h="1906037">
                <a:moveTo>
                  <a:pt x="0" y="0"/>
                </a:moveTo>
                <a:lnTo>
                  <a:pt x="1517899" y="0"/>
                </a:lnTo>
                <a:lnTo>
                  <a:pt x="1517899" y="1906037"/>
                </a:lnTo>
                <a:lnTo>
                  <a:pt x="0" y="190603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49325" y="8616443"/>
            <a:ext cx="2592823" cy="1202127"/>
          </a:xfrm>
          <a:custGeom>
            <a:avLst/>
            <a:gdLst/>
            <a:ahLst/>
            <a:cxnLst/>
            <a:rect l="l" t="t" r="r" b="b"/>
            <a:pathLst>
              <a:path w="2592823" h="1202127">
                <a:moveTo>
                  <a:pt x="0" y="0"/>
                </a:moveTo>
                <a:lnTo>
                  <a:pt x="2592824" y="0"/>
                </a:lnTo>
                <a:lnTo>
                  <a:pt x="2592824" y="1202127"/>
                </a:lnTo>
                <a:lnTo>
                  <a:pt x="0" y="120212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035421" y="2876594"/>
            <a:ext cx="11303480" cy="1274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89"/>
              </a:lnSpc>
            </a:pPr>
            <a:r>
              <a:rPr lang="en-US" sz="11397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LES   IA   GENERATIVES</a:t>
            </a:r>
          </a:p>
        </p:txBody>
      </p:sp>
      <p:sp>
        <p:nvSpPr>
          <p:cNvPr id="13" name="Freeform 13"/>
          <p:cNvSpPr/>
          <p:nvPr/>
        </p:nvSpPr>
        <p:spPr>
          <a:xfrm>
            <a:off x="17570909" y="6146977"/>
            <a:ext cx="2534795" cy="2586526"/>
          </a:xfrm>
          <a:custGeom>
            <a:avLst/>
            <a:gdLst/>
            <a:ahLst/>
            <a:cxnLst/>
            <a:rect l="l" t="t" r="r" b="b"/>
            <a:pathLst>
              <a:path w="2534795" h="2586526">
                <a:moveTo>
                  <a:pt x="0" y="0"/>
                </a:moveTo>
                <a:lnTo>
                  <a:pt x="2534795" y="0"/>
                </a:lnTo>
                <a:lnTo>
                  <a:pt x="2534795" y="2586526"/>
                </a:lnTo>
                <a:lnTo>
                  <a:pt x="0" y="258652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5980614" y="8615741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8"/>
                </a:lnTo>
                <a:lnTo>
                  <a:pt x="0" y="240565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573764" y="-608703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7"/>
                </a:lnTo>
                <a:lnTo>
                  <a:pt x="0" y="2405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4113143" y="4551766"/>
            <a:ext cx="10061714" cy="3249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Nous avons utiliser:</a:t>
            </a:r>
          </a:p>
          <a:p>
            <a:pPr algn="ctr">
              <a:lnSpc>
                <a:spcPts val="4262"/>
              </a:lnSpc>
            </a:pPr>
            <a:endParaRPr lang="en-US" sz="3437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  <a:p>
            <a:pPr algn="l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ChatGPT: Pour résoudre des problèmes majeurs et de la rédaction.</a:t>
            </a:r>
          </a:p>
          <a:p>
            <a:pPr algn="l">
              <a:lnSpc>
                <a:spcPts val="4262"/>
              </a:lnSpc>
            </a:pPr>
            <a:r>
              <a:rPr lang="en-US" sz="3437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Gemini: Pour avoir un avis différents de ChatGPT pour résoudre des problèmes majeurs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A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793901" y="7885045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7315200" y="0"/>
                </a:moveTo>
                <a:lnTo>
                  <a:pt x="0" y="0"/>
                </a:lnTo>
                <a:lnTo>
                  <a:pt x="0" y="3274807"/>
                </a:lnTo>
                <a:lnTo>
                  <a:pt x="7315200" y="3274807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823566" y="7160107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0" y="0"/>
                </a:moveTo>
                <a:lnTo>
                  <a:pt x="6282138" y="0"/>
                </a:lnTo>
                <a:lnTo>
                  <a:pt x="62821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 flipV="1">
            <a:off x="-2112369" y="-1028700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62821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6282138" y="0"/>
                </a:lnTo>
                <a:lnTo>
                  <a:pt x="6282138" y="41148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2520266" y="-608703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0" y="3274806"/>
                </a:moveTo>
                <a:lnTo>
                  <a:pt x="7315200" y="3274806"/>
                </a:lnTo>
                <a:lnTo>
                  <a:pt x="7315200" y="0"/>
                </a:lnTo>
                <a:lnTo>
                  <a:pt x="0" y="0"/>
                </a:lnTo>
                <a:lnTo>
                  <a:pt x="0" y="327480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639314" y="-2353783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2565274" y="6600548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3497361">
            <a:off x="12366645" y="9293401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3497361">
            <a:off x="2254467" y="-2259419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418916" y="183358"/>
            <a:ext cx="1517898" cy="1906037"/>
          </a:xfrm>
          <a:custGeom>
            <a:avLst/>
            <a:gdLst/>
            <a:ahLst/>
            <a:cxnLst/>
            <a:rect l="l" t="t" r="r" b="b"/>
            <a:pathLst>
              <a:path w="1517898" h="1906037">
                <a:moveTo>
                  <a:pt x="0" y="0"/>
                </a:moveTo>
                <a:lnTo>
                  <a:pt x="1517899" y="0"/>
                </a:lnTo>
                <a:lnTo>
                  <a:pt x="1517899" y="1906037"/>
                </a:lnTo>
                <a:lnTo>
                  <a:pt x="0" y="190603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49325" y="8616443"/>
            <a:ext cx="2592823" cy="1202127"/>
          </a:xfrm>
          <a:custGeom>
            <a:avLst/>
            <a:gdLst/>
            <a:ahLst/>
            <a:cxnLst/>
            <a:rect l="l" t="t" r="r" b="b"/>
            <a:pathLst>
              <a:path w="2592823" h="1202127">
                <a:moveTo>
                  <a:pt x="0" y="0"/>
                </a:moveTo>
                <a:lnTo>
                  <a:pt x="2592824" y="0"/>
                </a:lnTo>
                <a:lnTo>
                  <a:pt x="2592824" y="1202127"/>
                </a:lnTo>
                <a:lnTo>
                  <a:pt x="0" y="120212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035421" y="2660626"/>
            <a:ext cx="10217158" cy="1274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89"/>
              </a:lnSpc>
            </a:pPr>
            <a:r>
              <a:rPr lang="en-US" sz="11397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GESTION   D’ERREUR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074052" y="3767161"/>
            <a:ext cx="12139896" cy="4411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1074" lvl="1" algn="just">
              <a:lnSpc>
                <a:spcPts val="4262"/>
              </a:lnSpc>
              <a:spcBef>
                <a:spcPct val="0"/>
              </a:spcBef>
            </a:pP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Nous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avons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pris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en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charge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différents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types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d’erreur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:</a:t>
            </a:r>
          </a:p>
          <a:p>
            <a:pPr algn="just">
              <a:lnSpc>
                <a:spcPts val="4262"/>
              </a:lnSpc>
              <a:spcBef>
                <a:spcPct val="0"/>
              </a:spcBef>
            </a:pPr>
            <a:endParaRPr lang="en-US" sz="3437" u="none" strike="noStrike" dirty="0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  <a:p>
            <a:pPr marL="742149" lvl="1" indent="-371075" algn="just">
              <a:lnSpc>
                <a:spcPts val="4262"/>
              </a:lnSpc>
              <a:spcBef>
                <a:spcPct val="0"/>
              </a:spcBef>
              <a:buFont typeface="Arial"/>
              <a:buChar char="•"/>
            </a:pP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L’utilisation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d’un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même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Nom/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Prénom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/Nom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d’Utilisateur</a:t>
            </a:r>
            <a:endParaRPr lang="en-US" sz="3437" u="none" strike="noStrike" dirty="0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  <a:p>
            <a:pPr marL="742149" lvl="1" indent="-371075" algn="just">
              <a:lnSpc>
                <a:spcPts val="4262"/>
              </a:lnSpc>
              <a:spcBef>
                <a:spcPct val="0"/>
              </a:spcBef>
              <a:buFont typeface="Arial"/>
              <a:buChar char="•"/>
            </a:pP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Des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informations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non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complété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ou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partiellement</a:t>
            </a:r>
            <a:endParaRPr lang="en-US" sz="3437" u="none" strike="noStrike" dirty="0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  <a:p>
            <a:pPr marL="742149" lvl="1" indent="-371075" algn="just">
              <a:lnSpc>
                <a:spcPts val="4262"/>
              </a:lnSpc>
              <a:spcBef>
                <a:spcPct val="0"/>
              </a:spcBef>
              <a:buFont typeface="Arial"/>
              <a:buChar char="•"/>
            </a:pP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Quand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l’utilisateur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n’a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pas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crée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son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compte</a:t>
            </a:r>
            <a:endParaRPr lang="en-US" sz="3437" u="none" strike="noStrike" dirty="0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  <a:p>
            <a:pPr marL="742149" lvl="1" indent="-371075" algn="just">
              <a:lnSpc>
                <a:spcPts val="4262"/>
              </a:lnSpc>
              <a:spcBef>
                <a:spcPct val="0"/>
              </a:spcBef>
              <a:buFont typeface="Arial"/>
              <a:buChar char="•"/>
            </a:pP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Si des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identifiants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son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incorrects</a:t>
            </a:r>
            <a:endParaRPr lang="en-US" sz="3437" u="none" strike="noStrike" dirty="0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  <a:p>
            <a:pPr marL="742149" lvl="1" indent="-371075" algn="just">
              <a:lnSpc>
                <a:spcPts val="4262"/>
              </a:lnSpc>
              <a:spcBef>
                <a:spcPct val="0"/>
              </a:spcBef>
              <a:buFont typeface="Arial"/>
              <a:buChar char="•"/>
            </a:pP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S’il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n’y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a pas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assez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de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personnes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disponibles</a:t>
            </a:r>
            <a:endParaRPr lang="en-US" sz="3437" u="none" strike="noStrike" dirty="0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  <a:p>
            <a:pPr marL="742149" lvl="1" indent="-371075" algn="just">
              <a:lnSpc>
                <a:spcPts val="4262"/>
              </a:lnSpc>
              <a:spcBef>
                <a:spcPct val="0"/>
              </a:spcBef>
              <a:buFont typeface="Arial"/>
              <a:buChar char="•"/>
            </a:pP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Si des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informations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rentrer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ne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sont</a:t>
            </a:r>
            <a:r>
              <a:rPr lang="en-US" sz="3437" u="none" strike="noStrike" dirty="0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 pas </a:t>
            </a:r>
            <a:r>
              <a:rPr lang="en-US" sz="3437" u="none" strike="noStrike" dirty="0" err="1">
                <a:solidFill>
                  <a:srgbClr val="4F7BC7"/>
                </a:solidFill>
                <a:latin typeface="Jet"/>
                <a:ea typeface="Jet"/>
                <a:cs typeface="Jet"/>
                <a:sym typeface="Jet"/>
              </a:rPr>
              <a:t>valide</a:t>
            </a:r>
            <a:endParaRPr lang="en-US" sz="3437" u="none" strike="noStrike" dirty="0">
              <a:solidFill>
                <a:srgbClr val="4F7BC7"/>
              </a:solidFill>
              <a:latin typeface="Jet"/>
              <a:ea typeface="Jet"/>
              <a:cs typeface="Jet"/>
              <a:sym typeface="Jet"/>
            </a:endParaRPr>
          </a:p>
        </p:txBody>
      </p:sp>
      <p:sp>
        <p:nvSpPr>
          <p:cNvPr id="14" name="Freeform 14"/>
          <p:cNvSpPr/>
          <p:nvPr/>
        </p:nvSpPr>
        <p:spPr>
          <a:xfrm>
            <a:off x="17570909" y="6146977"/>
            <a:ext cx="2534795" cy="2586526"/>
          </a:xfrm>
          <a:custGeom>
            <a:avLst/>
            <a:gdLst/>
            <a:ahLst/>
            <a:cxnLst/>
            <a:rect l="l" t="t" r="r" b="b"/>
            <a:pathLst>
              <a:path w="2534795" h="2586526">
                <a:moveTo>
                  <a:pt x="0" y="0"/>
                </a:moveTo>
                <a:lnTo>
                  <a:pt x="2534795" y="0"/>
                </a:lnTo>
                <a:lnTo>
                  <a:pt x="2534795" y="2586526"/>
                </a:lnTo>
                <a:lnTo>
                  <a:pt x="0" y="258652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5980614" y="8615741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8"/>
                </a:lnTo>
                <a:lnTo>
                  <a:pt x="0" y="240565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-573764" y="-608703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7"/>
                </a:lnTo>
                <a:lnTo>
                  <a:pt x="0" y="2405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A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793901" y="7885045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7315200" y="0"/>
                </a:moveTo>
                <a:lnTo>
                  <a:pt x="0" y="0"/>
                </a:lnTo>
                <a:lnTo>
                  <a:pt x="0" y="3274807"/>
                </a:lnTo>
                <a:lnTo>
                  <a:pt x="7315200" y="3274807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823566" y="7160107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0" y="0"/>
                </a:moveTo>
                <a:lnTo>
                  <a:pt x="6282138" y="0"/>
                </a:lnTo>
                <a:lnTo>
                  <a:pt x="62821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 flipV="1">
            <a:off x="-2112369" y="-1028700"/>
            <a:ext cx="6282137" cy="4114800"/>
          </a:xfrm>
          <a:custGeom>
            <a:avLst/>
            <a:gdLst/>
            <a:ahLst/>
            <a:cxnLst/>
            <a:rect l="l" t="t" r="r" b="b"/>
            <a:pathLst>
              <a:path w="6282137" h="4114800">
                <a:moveTo>
                  <a:pt x="628213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6282138" y="0"/>
                </a:lnTo>
                <a:lnTo>
                  <a:pt x="6282138" y="41148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V="1">
            <a:off x="12520266" y="-608703"/>
            <a:ext cx="7315200" cy="3274807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0" y="3274806"/>
                </a:moveTo>
                <a:lnTo>
                  <a:pt x="7315200" y="3274806"/>
                </a:lnTo>
                <a:lnTo>
                  <a:pt x="7315200" y="0"/>
                </a:lnTo>
                <a:lnTo>
                  <a:pt x="0" y="0"/>
                </a:lnTo>
                <a:lnTo>
                  <a:pt x="0" y="327480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639314" y="-2353783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2565274" y="6600548"/>
            <a:ext cx="3420356" cy="3490159"/>
          </a:xfrm>
          <a:custGeom>
            <a:avLst/>
            <a:gdLst/>
            <a:ahLst/>
            <a:cxnLst/>
            <a:rect l="l" t="t" r="r" b="b"/>
            <a:pathLst>
              <a:path w="3420356" h="3490159">
                <a:moveTo>
                  <a:pt x="0" y="0"/>
                </a:moveTo>
                <a:lnTo>
                  <a:pt x="3420356" y="0"/>
                </a:lnTo>
                <a:lnTo>
                  <a:pt x="3420356" y="3490159"/>
                </a:lnTo>
                <a:lnTo>
                  <a:pt x="0" y="34901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3497361">
            <a:off x="12366645" y="9293401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3497361">
            <a:off x="2254467" y="-2259419"/>
            <a:ext cx="3061541" cy="3129828"/>
          </a:xfrm>
          <a:custGeom>
            <a:avLst/>
            <a:gdLst/>
            <a:ahLst/>
            <a:cxnLst/>
            <a:rect l="l" t="t" r="r" b="b"/>
            <a:pathLst>
              <a:path w="3061541" h="3129828">
                <a:moveTo>
                  <a:pt x="0" y="0"/>
                </a:moveTo>
                <a:lnTo>
                  <a:pt x="3061541" y="0"/>
                </a:lnTo>
                <a:lnTo>
                  <a:pt x="3061541" y="3129828"/>
                </a:lnTo>
                <a:lnTo>
                  <a:pt x="0" y="3129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5016700" y="2624264"/>
            <a:ext cx="8254600" cy="57909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621"/>
              </a:lnSpc>
            </a:pPr>
            <a:r>
              <a:rPr lang="en-US" sz="18745">
                <a:solidFill>
                  <a:srgbClr val="4F7BC7"/>
                </a:solidFill>
                <a:latin typeface="Balabeloo"/>
                <a:ea typeface="Balabeloo"/>
                <a:cs typeface="Balabeloo"/>
                <a:sym typeface="Balabeloo"/>
              </a:rPr>
              <a:t>MERCI DE VOTRE ECOUTE</a:t>
            </a:r>
          </a:p>
        </p:txBody>
      </p:sp>
      <p:sp>
        <p:nvSpPr>
          <p:cNvPr id="11" name="Freeform 11"/>
          <p:cNvSpPr/>
          <p:nvPr/>
        </p:nvSpPr>
        <p:spPr>
          <a:xfrm>
            <a:off x="15418916" y="183358"/>
            <a:ext cx="1517898" cy="1906037"/>
          </a:xfrm>
          <a:custGeom>
            <a:avLst/>
            <a:gdLst/>
            <a:ahLst/>
            <a:cxnLst/>
            <a:rect l="l" t="t" r="r" b="b"/>
            <a:pathLst>
              <a:path w="1517898" h="1906037">
                <a:moveTo>
                  <a:pt x="0" y="0"/>
                </a:moveTo>
                <a:lnTo>
                  <a:pt x="1517899" y="0"/>
                </a:lnTo>
                <a:lnTo>
                  <a:pt x="1517899" y="1906037"/>
                </a:lnTo>
                <a:lnTo>
                  <a:pt x="0" y="190603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649325" y="8616443"/>
            <a:ext cx="2592823" cy="1202127"/>
          </a:xfrm>
          <a:custGeom>
            <a:avLst/>
            <a:gdLst/>
            <a:ahLst/>
            <a:cxnLst/>
            <a:rect l="l" t="t" r="r" b="b"/>
            <a:pathLst>
              <a:path w="2592823" h="1202127">
                <a:moveTo>
                  <a:pt x="0" y="0"/>
                </a:moveTo>
                <a:lnTo>
                  <a:pt x="2592824" y="0"/>
                </a:lnTo>
                <a:lnTo>
                  <a:pt x="2592824" y="1202127"/>
                </a:lnTo>
                <a:lnTo>
                  <a:pt x="0" y="120212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7570909" y="6146977"/>
            <a:ext cx="2534795" cy="2586526"/>
          </a:xfrm>
          <a:custGeom>
            <a:avLst/>
            <a:gdLst/>
            <a:ahLst/>
            <a:cxnLst/>
            <a:rect l="l" t="t" r="r" b="b"/>
            <a:pathLst>
              <a:path w="2534795" h="2586526">
                <a:moveTo>
                  <a:pt x="0" y="0"/>
                </a:moveTo>
                <a:lnTo>
                  <a:pt x="2534795" y="0"/>
                </a:lnTo>
                <a:lnTo>
                  <a:pt x="2534795" y="2586526"/>
                </a:lnTo>
                <a:lnTo>
                  <a:pt x="0" y="258652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573764" y="-608703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7"/>
                </a:lnTo>
                <a:lnTo>
                  <a:pt x="0" y="2405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5980614" y="8615741"/>
            <a:ext cx="2857693" cy="2405658"/>
          </a:xfrm>
          <a:custGeom>
            <a:avLst/>
            <a:gdLst/>
            <a:ahLst/>
            <a:cxnLst/>
            <a:rect l="l" t="t" r="r" b="b"/>
            <a:pathLst>
              <a:path w="2857693" h="2405658">
                <a:moveTo>
                  <a:pt x="0" y="0"/>
                </a:moveTo>
                <a:lnTo>
                  <a:pt x="2857692" y="0"/>
                </a:lnTo>
                <a:lnTo>
                  <a:pt x="2857692" y="2405658"/>
                </a:lnTo>
                <a:lnTo>
                  <a:pt x="0" y="240565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356</Words>
  <Application>Microsoft Office PowerPoint</Application>
  <PresentationFormat>Personnalisé</PresentationFormat>
  <Paragraphs>40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Balabeloo</vt:lpstr>
      <vt:lpstr>Arial</vt:lpstr>
      <vt:lpstr>Jet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Bonn BOuf</dc:title>
  <cp:lastModifiedBy>de-khovrin</cp:lastModifiedBy>
  <cp:revision>2</cp:revision>
  <dcterms:created xsi:type="dcterms:W3CDTF">2006-08-16T00:00:00Z</dcterms:created>
  <dcterms:modified xsi:type="dcterms:W3CDTF">2025-11-20T07:10:56Z</dcterms:modified>
  <dc:identifier>DAG5H7-0WU4</dc:identifier>
</cp:coreProperties>
</file>