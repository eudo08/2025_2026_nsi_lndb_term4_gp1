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Balabeloo" charset="1" panose="00000500000000000000"/>
      <p:regular r:id="rId14"/>
    </p:embeddedFont>
    <p:embeddedFont>
      <p:font typeface="Jet" charset="1" panose="02060603050605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385318" y="3470001"/>
            <a:ext cx="9517365" cy="3953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21"/>
              </a:lnSpc>
            </a:pPr>
            <a:r>
              <a:rPr lang="en-US" sz="18745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BONN</a:t>
            </a:r>
          </a:p>
          <a:p>
            <a:pPr algn="ctr">
              <a:lnSpc>
                <a:spcPts val="14621"/>
              </a:lnSpc>
            </a:pPr>
            <a:r>
              <a:rPr lang="en-US" sz="18745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BOUF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06874" y="7003374"/>
            <a:ext cx="6674251" cy="150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7"/>
              </a:lnSpc>
            </a:pPr>
            <a:r>
              <a:rPr lang="en-US" sz="37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Présenter par Marine Fraboulet, Eudocie de Khoverine, Tristan Bonnière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5421" y="3143294"/>
            <a:ext cx="10217158" cy="127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11397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INTRODUCTION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8289" y="4351293"/>
            <a:ext cx="15511422" cy="378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Dans notre société connectée, il est devenu très simple de communiquer à distance, mais paradoxalement de plus en plus difficile de créer des liens réels. Beaucoup de personnes se retrouvent à manger seules, que ce soit par manque de temps, de contacts ou d’opportunités. Pour répondre à ce problème, notre projet de NSI propose une application qui met en relation des utilisateurs souhaitant partager un repas. L’objectif est simple : utiliser le numérique pour favoriser la convivialité, les échanges et les rencontres.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035421" y="1680658"/>
            <a:ext cx="10217158" cy="127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11397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STRUCTURE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08457" y="2573894"/>
            <a:ext cx="10061714" cy="7516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static:</a:t>
            </a:r>
          </a:p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       css: regroupe les fichier de mise en forme des pages ainsi que de leur style graphique</a:t>
            </a:r>
          </a:p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       images: dossier qui regroupe les images utile a la dynamique du site</a:t>
            </a:r>
          </a:p>
          <a:p>
            <a:pPr algn="l">
              <a:lnSpc>
                <a:spcPts val="4262"/>
              </a:lnSpc>
            </a:pPr>
          </a:p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templates: dossier ou son entreposé et crée toute les pages du site web</a:t>
            </a:r>
          </a:p>
          <a:p>
            <a:pPr algn="l">
              <a:lnSpc>
                <a:spcPts val="4262"/>
              </a:lnSpc>
            </a:pPr>
          </a:p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routes.py: fichier principal permettant de lancer le serveur Flask et gérant les différentes routes de l’application.</a:t>
            </a:r>
          </a:p>
          <a:p>
            <a:pPr algn="l">
              <a:lnSpc>
                <a:spcPts val="4262"/>
              </a:lnSpc>
            </a:pPr>
          </a:p>
          <a:p>
            <a:pPr algn="l">
              <a:lnSpc>
                <a:spcPts val="4262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764543" y="2261737"/>
            <a:ext cx="3631195" cy="5623309"/>
          </a:xfrm>
          <a:custGeom>
            <a:avLst/>
            <a:gdLst/>
            <a:ahLst/>
            <a:cxnLst/>
            <a:rect r="r" b="b" t="t" l="l"/>
            <a:pathLst>
              <a:path h="5623309" w="3631195">
                <a:moveTo>
                  <a:pt x="0" y="0"/>
                </a:moveTo>
                <a:lnTo>
                  <a:pt x="3631195" y="0"/>
                </a:lnTo>
                <a:lnTo>
                  <a:pt x="3631195" y="5623308"/>
                </a:lnTo>
                <a:lnTo>
                  <a:pt x="0" y="562330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5421" y="3076625"/>
            <a:ext cx="10217158" cy="127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11397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PROBLEMES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33379" y="4284624"/>
            <a:ext cx="10061714" cy="164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On a eu des problèmes avec les différentes routes et partager les informations entre chaqu’une des pages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92907" y="4932922"/>
            <a:ext cx="712566" cy="63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2"/>
              </a:lnSpc>
            </a:pPr>
            <a:r>
              <a:rPr lang="en-US" sz="5643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1.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33379" y="6018162"/>
            <a:ext cx="10061714" cy="1116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Sur le stockage des donné avec le fichier .db avec le quel il a été récupérer et insérer des donnés.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92907" y="6666461"/>
            <a:ext cx="712566" cy="63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2"/>
              </a:lnSpc>
            </a:pPr>
            <a:r>
              <a:rPr lang="en-US" sz="5643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2.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5421" y="3076625"/>
            <a:ext cx="10217158" cy="127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11397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IMPORT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33379" y="4757261"/>
            <a:ext cx="10184516" cy="582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Flask: Outil qui permet de crée des applications web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92907" y="4932922"/>
            <a:ext cx="712566" cy="63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2"/>
              </a:lnSpc>
            </a:pPr>
            <a:r>
              <a:rPr lang="en-US" sz="5643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1.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33379" y="6018162"/>
            <a:ext cx="10061714" cy="164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SQLite3: Une base de données légère et embarquée, stockée dans un simple fichier et utilisable sans serveur.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92907" y="6666461"/>
            <a:ext cx="712566" cy="63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2"/>
              </a:lnSpc>
            </a:pPr>
            <a:r>
              <a:rPr lang="en-US" sz="5643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2.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5421" y="2876594"/>
            <a:ext cx="11303480" cy="127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11397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LES   IA   GENERATIVES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113143" y="4551766"/>
            <a:ext cx="10061714" cy="3249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Nous avons utiliser:</a:t>
            </a:r>
          </a:p>
          <a:p>
            <a:pPr algn="ctr">
              <a:lnSpc>
                <a:spcPts val="4262"/>
              </a:lnSpc>
            </a:pPr>
          </a:p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ChatGPT: Pour résoudre des problèmes majeurs et de la rédaction.</a:t>
            </a:r>
          </a:p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Gemini: Pour avoir un avis différents de ChatGPT pour résoudre des problèmes majeurs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5421" y="2660626"/>
            <a:ext cx="10217158" cy="127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11397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GESTION   D’ERREUR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74052" y="3767161"/>
            <a:ext cx="12139896" cy="4316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2149" indent="-371075" lvl="1">
              <a:lnSpc>
                <a:spcPts val="4262"/>
              </a:lnSpc>
              <a:spcBef>
                <a:spcPct val="0"/>
              </a:spcBef>
              <a:buFont typeface="Arial"/>
              <a:buChar char="•"/>
            </a:pPr>
            <a:r>
              <a:rPr lang="en-US" sz="3437" strike="noStrike" u="none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Nous avons pris en charge différents types d’erreur:</a:t>
            </a:r>
          </a:p>
          <a:p>
            <a:pPr algn="just">
              <a:lnSpc>
                <a:spcPts val="4262"/>
              </a:lnSpc>
              <a:spcBef>
                <a:spcPct val="0"/>
              </a:spcBef>
            </a:pPr>
          </a:p>
          <a:p>
            <a:pPr algn="just" marL="742149" indent="-371075" lvl="1">
              <a:lnSpc>
                <a:spcPts val="4262"/>
              </a:lnSpc>
              <a:spcBef>
                <a:spcPct val="0"/>
              </a:spcBef>
              <a:buFont typeface="Arial"/>
              <a:buChar char="•"/>
            </a:pPr>
            <a:r>
              <a:rPr lang="en-US" sz="3437" strike="noStrike" u="none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L’utilisation d’un même Nom/Prénom/Nom d’Utilisateur</a:t>
            </a:r>
          </a:p>
          <a:p>
            <a:pPr algn="just" marL="742149" indent="-371075" lvl="1">
              <a:lnSpc>
                <a:spcPts val="4262"/>
              </a:lnSpc>
              <a:spcBef>
                <a:spcPct val="0"/>
              </a:spcBef>
              <a:buFont typeface="Arial"/>
              <a:buChar char="•"/>
            </a:pPr>
            <a:r>
              <a:rPr lang="en-US" sz="3437" strike="noStrike" u="none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Des informations non complété ou partiellement</a:t>
            </a:r>
          </a:p>
          <a:p>
            <a:pPr algn="just" marL="742149" indent="-371075" lvl="1">
              <a:lnSpc>
                <a:spcPts val="4262"/>
              </a:lnSpc>
              <a:spcBef>
                <a:spcPct val="0"/>
              </a:spcBef>
              <a:buFont typeface="Arial"/>
              <a:buChar char="•"/>
            </a:pPr>
            <a:r>
              <a:rPr lang="en-US" sz="3437" strike="noStrike" u="none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Quand l’utilisateur n’a pas crée son compte</a:t>
            </a:r>
          </a:p>
          <a:p>
            <a:pPr algn="just" marL="742149" indent="-371075" lvl="1">
              <a:lnSpc>
                <a:spcPts val="4262"/>
              </a:lnSpc>
              <a:spcBef>
                <a:spcPct val="0"/>
              </a:spcBef>
              <a:buFont typeface="Arial"/>
              <a:buChar char="•"/>
            </a:pPr>
            <a:r>
              <a:rPr lang="en-US" sz="3437" strike="noStrike" u="none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Si des identifiants son incorrects</a:t>
            </a:r>
          </a:p>
          <a:p>
            <a:pPr algn="just" marL="742149" indent="-371075" lvl="1">
              <a:lnSpc>
                <a:spcPts val="4262"/>
              </a:lnSpc>
              <a:spcBef>
                <a:spcPct val="0"/>
              </a:spcBef>
              <a:buFont typeface="Arial"/>
              <a:buChar char="•"/>
            </a:pPr>
            <a:r>
              <a:rPr lang="en-US" sz="3437" strike="noStrike" u="none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S’il n’y a pas assez de personnes disponibles</a:t>
            </a:r>
          </a:p>
          <a:p>
            <a:pPr algn="just" marL="742149" indent="-371075" lvl="1">
              <a:lnSpc>
                <a:spcPts val="4262"/>
              </a:lnSpc>
              <a:spcBef>
                <a:spcPct val="0"/>
              </a:spcBef>
              <a:buFont typeface="Arial"/>
              <a:buChar char="•"/>
            </a:pPr>
            <a:r>
              <a:rPr lang="en-US" sz="3437" strike="noStrike" u="none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Si des informations rentrer ne sont pas valide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016700" y="2624264"/>
            <a:ext cx="8254600" cy="5790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21"/>
              </a:lnSpc>
            </a:pPr>
            <a:r>
              <a:rPr lang="en-US" sz="18745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MERCI DE VOTRE ECOUTE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DAG5H7-0WU4</dc:identifier>
  <dcterms:modified xsi:type="dcterms:W3CDTF">2011-08-01T06:04:30Z</dcterms:modified>
  <cp:revision>1</cp:revision>
  <dc:title>Bonn BOuf</dc:title>
</cp:coreProperties>
</file>