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alabeloo" charset="1" panose="00000500000000000000"/>
      <p:regular r:id="rId14"/>
    </p:embeddedFont>
    <p:embeddedFont>
      <p:font typeface="Jet" charset="1" panose="02060603050605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85318" y="3470001"/>
            <a:ext cx="9517365" cy="395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1"/>
              </a:lnSpc>
            </a:pPr>
            <a:r>
              <a:rPr lang="en-US" sz="18745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BONN</a:t>
            </a:r>
          </a:p>
          <a:p>
            <a:pPr algn="ctr">
              <a:lnSpc>
                <a:spcPts val="14621"/>
              </a:lnSpc>
            </a:pPr>
            <a:r>
              <a:rPr lang="en-US" sz="18745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BOUF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06874" y="7003374"/>
            <a:ext cx="6674251" cy="150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37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Présenter par Marine Fraboulet, Eudocie de Khoverine, Tristan Bonnière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3143294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INTRODUCTION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8289" y="4351293"/>
            <a:ext cx="15511422" cy="378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Dans notre société connectée, il est devenu très simple de communiquer à distance, mais paradoxalement de plus en plus difficile de créer des liens réels. Beaucoup de personnes se retrouvent à manger seules, que ce soit par manque de temps, de contacts ou d’opportunités. Pour répondre à ce problème, notre projet de NSI propose une application qui met en relation des utilisateurs souhaitant partager un repas. L’objectif est simple : utiliser le numérique pour favoriser la convivialité, les échanges et les rencontres.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64250" y="2299631"/>
            <a:ext cx="3607445" cy="5687738"/>
          </a:xfrm>
          <a:custGeom>
            <a:avLst/>
            <a:gdLst/>
            <a:ahLst/>
            <a:cxnLst/>
            <a:rect r="r" b="b" t="t" l="l"/>
            <a:pathLst>
              <a:path h="5687738" w="3607445">
                <a:moveTo>
                  <a:pt x="0" y="0"/>
                </a:moveTo>
                <a:lnTo>
                  <a:pt x="3607445" y="0"/>
                </a:lnTo>
                <a:lnTo>
                  <a:pt x="3607445" y="5687738"/>
                </a:lnTo>
                <a:lnTo>
                  <a:pt x="0" y="568773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35421" y="1680658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STRUCTURE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08457" y="2573894"/>
            <a:ext cx="10061714" cy="751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static:</a:t>
            </a: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       css: regroupe les fichier de mise en forme des pages ainsi que de leur style graphique</a:t>
            </a: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       images: dossier qui regroupe les images utile a la dynamique du site</a:t>
            </a:r>
          </a:p>
          <a:p>
            <a:pPr algn="l">
              <a:lnSpc>
                <a:spcPts val="4262"/>
              </a:lnSpc>
            </a:pP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templates: dossier ou son entreposé et crée toute les pages du site web</a:t>
            </a:r>
          </a:p>
          <a:p>
            <a:pPr algn="l">
              <a:lnSpc>
                <a:spcPts val="4262"/>
              </a:lnSpc>
            </a:pP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routes.py: fichier principal permettant de lancer le serveur Flask et gérant les différentes routes de l’application.</a:t>
            </a:r>
          </a:p>
          <a:p>
            <a:pPr algn="l">
              <a:lnSpc>
                <a:spcPts val="4262"/>
              </a:lnSpc>
            </a:pPr>
          </a:p>
          <a:p>
            <a:pPr algn="l">
              <a:lnSpc>
                <a:spcPts val="426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3076625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PROBLEMES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33379" y="4284624"/>
            <a:ext cx="10061714" cy="164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On a eu des problèmes avec les différentes routes et partager les informations entre chaqu’une des pages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92907" y="4932922"/>
            <a:ext cx="712566" cy="63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5643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1.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33379" y="6018162"/>
            <a:ext cx="10061714" cy="111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Sur le stockage des donné avec le fichier .db avec le quel il a été récupérer et insérer des donnés.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92907" y="6666461"/>
            <a:ext cx="712566" cy="63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5643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2.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3076625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IMPORT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33379" y="4757261"/>
            <a:ext cx="10184516" cy="582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Flask: Outil qui permet de crée des applications web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92907" y="4932922"/>
            <a:ext cx="712566" cy="63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5643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1.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33379" y="6018162"/>
            <a:ext cx="10061714" cy="164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SQLite3: Une base de données légère et embarquée, stockée dans un simple fichier et utilisable sans serveur.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92907" y="6666461"/>
            <a:ext cx="712566" cy="63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5643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2.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2876594"/>
            <a:ext cx="11303480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LES   IA   GENERATIVES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13143" y="4551766"/>
            <a:ext cx="10061714" cy="324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Nous avons utiliser:</a:t>
            </a:r>
          </a:p>
          <a:p>
            <a:pPr algn="ctr">
              <a:lnSpc>
                <a:spcPts val="4262"/>
              </a:lnSpc>
            </a:pP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ChatGPT: Pour résoudre des problèmes majeurs et de la rédaction.</a:t>
            </a:r>
          </a:p>
          <a:p>
            <a:pPr algn="l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Gemini: Pour avoir un avis différents de ChatGPT pour résoudre des problèmes majeurs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35421" y="3143294"/>
            <a:ext cx="10217158" cy="127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11397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GESTION   D’ERREUR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74052" y="4249829"/>
            <a:ext cx="12139896" cy="2716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Nous avons pris en charge différents types d’erreur:</a:t>
            </a:r>
          </a:p>
          <a:p>
            <a:pPr algn="ctr">
              <a:lnSpc>
                <a:spcPts val="4262"/>
              </a:lnSpc>
            </a:pPr>
          </a:p>
          <a:p>
            <a:pPr algn="just" marL="742149" indent="-371075" lvl="1">
              <a:lnSpc>
                <a:spcPts val="4262"/>
              </a:lnSpc>
              <a:buFont typeface="Arial"/>
              <a:buChar char="•"/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L’utilisation d’un même Nom/Prénom/Nom d’Utilisateur</a:t>
            </a:r>
          </a:p>
          <a:p>
            <a:pPr algn="just" marL="742149" indent="-371075" lvl="1">
              <a:lnSpc>
                <a:spcPts val="4262"/>
              </a:lnSpc>
              <a:buFont typeface="Arial"/>
              <a:buChar char="•"/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Des informations non complété ou partiellement</a:t>
            </a:r>
          </a:p>
          <a:p>
            <a:pPr algn="just" marL="742149" indent="-371075" lvl="1">
              <a:lnSpc>
                <a:spcPts val="4262"/>
              </a:lnSpc>
              <a:buFont typeface="Arial"/>
              <a:buChar char="•"/>
            </a:pPr>
            <a:r>
              <a:rPr lang="en-US" sz="3437">
                <a:solidFill>
                  <a:srgbClr val="4F7BC7"/>
                </a:solidFill>
                <a:latin typeface="Jet"/>
                <a:ea typeface="Jet"/>
                <a:cs typeface="Jet"/>
                <a:sym typeface="Jet"/>
              </a:rPr>
              <a:t>Quand l’utilisateur n’a pas crée son compte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93901" y="7885045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7315200" y="0"/>
                </a:moveTo>
                <a:lnTo>
                  <a:pt x="0" y="0"/>
                </a:lnTo>
                <a:lnTo>
                  <a:pt x="0" y="3274807"/>
                </a:lnTo>
                <a:lnTo>
                  <a:pt x="7315200" y="3274807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23566" y="7160107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0" y="0"/>
                </a:moveTo>
                <a:lnTo>
                  <a:pt x="6282138" y="0"/>
                </a:lnTo>
                <a:lnTo>
                  <a:pt x="6282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2112369" y="-1028700"/>
            <a:ext cx="6282137" cy="4114800"/>
          </a:xfrm>
          <a:custGeom>
            <a:avLst/>
            <a:gdLst/>
            <a:ahLst/>
            <a:cxnLst/>
            <a:rect r="r" b="b" t="t" l="l"/>
            <a:pathLst>
              <a:path h="4114800" w="6282137">
                <a:moveTo>
                  <a:pt x="628213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82138" y="0"/>
                </a:lnTo>
                <a:lnTo>
                  <a:pt x="628213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520266" y="-608703"/>
            <a:ext cx="7315200" cy="3274807"/>
          </a:xfrm>
          <a:custGeom>
            <a:avLst/>
            <a:gdLst/>
            <a:ahLst/>
            <a:cxnLst/>
            <a:rect r="r" b="b" t="t" l="l"/>
            <a:pathLst>
              <a:path h="3274807" w="7315200">
                <a:moveTo>
                  <a:pt x="0" y="3274806"/>
                </a:moveTo>
                <a:lnTo>
                  <a:pt x="7315200" y="3274806"/>
                </a:lnTo>
                <a:lnTo>
                  <a:pt x="7315200" y="0"/>
                </a:lnTo>
                <a:lnTo>
                  <a:pt x="0" y="0"/>
                </a:lnTo>
                <a:lnTo>
                  <a:pt x="0" y="32748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39314" y="-2353783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65274" y="6600548"/>
            <a:ext cx="3420356" cy="3490159"/>
          </a:xfrm>
          <a:custGeom>
            <a:avLst/>
            <a:gdLst/>
            <a:ahLst/>
            <a:cxnLst/>
            <a:rect r="r" b="b" t="t" l="l"/>
            <a:pathLst>
              <a:path h="3490159" w="3420356">
                <a:moveTo>
                  <a:pt x="0" y="0"/>
                </a:moveTo>
                <a:lnTo>
                  <a:pt x="3420356" y="0"/>
                </a:lnTo>
                <a:lnTo>
                  <a:pt x="3420356" y="3490159"/>
                </a:lnTo>
                <a:lnTo>
                  <a:pt x="0" y="3490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97361">
            <a:off x="12366645" y="9293401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497361">
            <a:off x="2254467" y="-2259419"/>
            <a:ext cx="3061541" cy="3129828"/>
          </a:xfrm>
          <a:custGeom>
            <a:avLst/>
            <a:gdLst/>
            <a:ahLst/>
            <a:cxnLst/>
            <a:rect r="r" b="b" t="t" l="l"/>
            <a:pathLst>
              <a:path h="3129828" w="3061541">
                <a:moveTo>
                  <a:pt x="0" y="0"/>
                </a:moveTo>
                <a:lnTo>
                  <a:pt x="3061541" y="0"/>
                </a:lnTo>
                <a:lnTo>
                  <a:pt x="3061541" y="3129828"/>
                </a:lnTo>
                <a:lnTo>
                  <a:pt x="0" y="31298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16700" y="2624264"/>
            <a:ext cx="8254600" cy="5790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1"/>
              </a:lnSpc>
            </a:pPr>
            <a:r>
              <a:rPr lang="en-US" sz="18745">
                <a:solidFill>
                  <a:srgbClr val="4F7BC7"/>
                </a:solidFill>
                <a:latin typeface="Balabeloo"/>
                <a:ea typeface="Balabeloo"/>
                <a:cs typeface="Balabeloo"/>
                <a:sym typeface="Balabeloo"/>
              </a:rPr>
              <a:t>MERCI DE VOTRE ECOUTE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418916" y="183358"/>
            <a:ext cx="1517898" cy="1906037"/>
          </a:xfrm>
          <a:custGeom>
            <a:avLst/>
            <a:gdLst/>
            <a:ahLst/>
            <a:cxnLst/>
            <a:rect r="r" b="b" t="t" l="l"/>
            <a:pathLst>
              <a:path h="1906037" w="1517898">
                <a:moveTo>
                  <a:pt x="0" y="0"/>
                </a:moveTo>
                <a:lnTo>
                  <a:pt x="1517899" y="0"/>
                </a:lnTo>
                <a:lnTo>
                  <a:pt x="1517899" y="1906037"/>
                </a:lnTo>
                <a:lnTo>
                  <a:pt x="0" y="1906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49325" y="8616443"/>
            <a:ext cx="2592823" cy="1202127"/>
          </a:xfrm>
          <a:custGeom>
            <a:avLst/>
            <a:gdLst/>
            <a:ahLst/>
            <a:cxnLst/>
            <a:rect r="r" b="b" t="t" l="l"/>
            <a:pathLst>
              <a:path h="1202127" w="2592823">
                <a:moveTo>
                  <a:pt x="0" y="0"/>
                </a:moveTo>
                <a:lnTo>
                  <a:pt x="2592824" y="0"/>
                </a:lnTo>
                <a:lnTo>
                  <a:pt x="2592824" y="1202127"/>
                </a:lnTo>
                <a:lnTo>
                  <a:pt x="0" y="12021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570909" y="6146977"/>
            <a:ext cx="2534795" cy="2586526"/>
          </a:xfrm>
          <a:custGeom>
            <a:avLst/>
            <a:gdLst/>
            <a:ahLst/>
            <a:cxnLst/>
            <a:rect r="r" b="b" t="t" l="l"/>
            <a:pathLst>
              <a:path h="2586526" w="2534795">
                <a:moveTo>
                  <a:pt x="0" y="0"/>
                </a:moveTo>
                <a:lnTo>
                  <a:pt x="2534795" y="0"/>
                </a:lnTo>
                <a:lnTo>
                  <a:pt x="2534795" y="2586526"/>
                </a:lnTo>
                <a:lnTo>
                  <a:pt x="0" y="25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73764" y="-608703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7"/>
                </a:lnTo>
                <a:lnTo>
                  <a:pt x="0" y="2405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80614" y="8615741"/>
            <a:ext cx="2857693" cy="2405658"/>
          </a:xfrm>
          <a:custGeom>
            <a:avLst/>
            <a:gdLst/>
            <a:ahLst/>
            <a:cxnLst/>
            <a:rect r="r" b="b" t="t" l="l"/>
            <a:pathLst>
              <a:path h="2405658" w="2857693">
                <a:moveTo>
                  <a:pt x="0" y="0"/>
                </a:moveTo>
                <a:lnTo>
                  <a:pt x="2857692" y="0"/>
                </a:lnTo>
                <a:lnTo>
                  <a:pt x="2857692" y="2405658"/>
                </a:lnTo>
                <a:lnTo>
                  <a:pt x="0" y="24056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DAG5H7-0WU4</dc:identifier>
  <dcterms:modified xsi:type="dcterms:W3CDTF">2011-08-01T06:04:30Z</dcterms:modified>
  <cp:revision>1</cp:revision>
  <dc:title>Bonn BOuf</dc:title>
</cp:coreProperties>
</file>